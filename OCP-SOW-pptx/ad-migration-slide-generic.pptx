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3m/gc17rqhd1d97_0sy_d5cnvy00000gn/T/html2pptx-sFqN4S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59"/>
            <a:ext cx="12191695" cy="68544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powerpnt-html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ad-migration-slide.html</dc:title>
  <dc:subject>Converted from HTML</dc:subject>
  <dc:creator>GitHub Copilot</dc:creator>
  <cp:lastModifiedBy>GitHub Copilot</cp:lastModifiedBy>
  <cp:revision>1</cp:revision>
  <dcterms:created xsi:type="dcterms:W3CDTF">2026-04-21T11:31:31Z</dcterms:created>
  <dcterms:modified xsi:type="dcterms:W3CDTF">2026-04-21T11:31:31Z</dcterms:modified>
</cp:coreProperties>
</file>